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o Black" charset="1" panose="020B0A03020202020B04"/>
      <p:regular r:id="rId16"/>
    </p:embeddedFon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secberg-toolkit.vercel.ap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https://github.com/ANKITVAGHELA990/SecBerg-toolkit" TargetMode="External" Type="http://schemas.openxmlformats.org/officeDocument/2006/relationships/hyperlink"/><Relationship Id="rId8" Target="../media/image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6.png" Type="http://schemas.openxmlformats.org/officeDocument/2006/relationships/image"/><Relationship Id="rId8" Target="https://secberg-toolkit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936190"/>
            <a:ext cx="9373830" cy="3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GTU SBTP -2026 (Subject Code: DI05000011)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125158"/>
            <a:ext cx="5131012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NAME: ANKIT MANOJBHAI VAGHELA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98108"/>
            <a:ext cx="10773446" cy="1228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SECBERG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4618" y="225081"/>
            <a:ext cx="17464549" cy="1820551"/>
            <a:chOff x="0" y="0"/>
            <a:chExt cx="23286065" cy="242740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2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1" b="-2"/>
                </a:stretch>
              </a:blip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1028700" y="6598868"/>
            <a:ext cx="415910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ENROLLMENT NO: 246490316224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072578"/>
            <a:ext cx="415910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CONTACT NO. 9824117697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835723"/>
            <a:ext cx="609758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REGISTERED EMAIL: ankitvaghela990@gmail.com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362013"/>
            <a:ext cx="4159107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GENDER: MALE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309433"/>
            <a:ext cx="992626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COLLAGE NAME: SIR BHAVSINHJI POLYTECHNIC INSTITUTE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546288"/>
            <a:ext cx="54571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BRANCH: INFORMATION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783143"/>
            <a:ext cx="54571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BRANCH CODE: 016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019998"/>
            <a:ext cx="5457154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9"/>
              </a:lnSpc>
              <a:spcBef>
                <a:spcPct val="0"/>
              </a:spcBef>
            </a:pP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YEAR: 3</a:t>
            </a: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RD</a:t>
            </a:r>
            <a:r>
              <a:rPr lang="en-US" b="true" sz="17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 YEAR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86868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6079" t="0" r="47209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028700" y="2481878"/>
            <a:ext cx="407540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Learnings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09471" y="5474207"/>
            <a:ext cx="757369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Offensive Demo: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Mastered Kali Linux installation and explored real-world threat vectors like Phishing through live, controlled demonstrations.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155" y="5455059"/>
            <a:ext cx="11349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9471" y="3524757"/>
            <a:ext cx="757369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Cyber Fundamentals: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Gained deep insights into cybersecurity architecture, how threats manifest globally, and why data security is paramount in the modern 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24757"/>
            <a:ext cx="11349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155" y="7206813"/>
            <a:ext cx="11349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9471" y="7206813"/>
            <a:ext cx="757369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AI-Driven logic: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Leveraged AI to bridge Frontend/Backend logic, helping me think differently about problem-solving and rapid tool building.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7018" y="564142"/>
            <a:ext cx="3170863" cy="1233916"/>
            <a:chOff x="0" y="0"/>
            <a:chExt cx="4227817" cy="16452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27830" cy="1645285"/>
            </a:xfrm>
            <a:custGeom>
              <a:avLst/>
              <a:gdLst/>
              <a:ahLst/>
              <a:cxnLst/>
              <a:rect r="r" b="b" t="t" l="l"/>
              <a:pathLst>
                <a:path h="1645285" w="4227830">
                  <a:moveTo>
                    <a:pt x="0" y="0"/>
                  </a:moveTo>
                  <a:lnTo>
                    <a:pt x="4227830" y="0"/>
                  </a:lnTo>
                  <a:lnTo>
                    <a:pt x="4227830" y="1645285"/>
                  </a:lnTo>
                  <a:lnTo>
                    <a:pt x="0" y="1645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769878" y="270824"/>
            <a:ext cx="1841249" cy="1820551"/>
            <a:chOff x="0" y="0"/>
            <a:chExt cx="2454999" cy="24274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55037" cy="2427351"/>
            </a:xfrm>
            <a:custGeom>
              <a:avLst/>
              <a:gdLst/>
              <a:ahLst/>
              <a:cxnLst/>
              <a:rect r="r" b="b" t="t" l="l"/>
              <a:pathLst>
                <a:path h="2427351" w="2455037">
                  <a:moveTo>
                    <a:pt x="0" y="0"/>
                  </a:moveTo>
                  <a:lnTo>
                    <a:pt x="2455037" y="0"/>
                  </a:lnTo>
                  <a:lnTo>
                    <a:pt x="2455037" y="2427351"/>
                  </a:lnTo>
                  <a:lnTo>
                    <a:pt x="0" y="2427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2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54205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07069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90017" y="2655710"/>
            <a:ext cx="8686258" cy="5246370"/>
            <a:chOff x="0" y="0"/>
            <a:chExt cx="134572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5729" cy="812800"/>
            </a:xfrm>
            <a:custGeom>
              <a:avLst/>
              <a:gdLst/>
              <a:ahLst/>
              <a:cxnLst/>
              <a:rect r="r" b="b" t="t" l="l"/>
              <a:pathLst>
                <a:path h="812800" w="1345729">
                  <a:moveTo>
                    <a:pt x="15152" y="0"/>
                  </a:moveTo>
                  <a:lnTo>
                    <a:pt x="1330577" y="0"/>
                  </a:lnTo>
                  <a:cubicBezTo>
                    <a:pt x="1334595" y="0"/>
                    <a:pt x="1338449" y="1596"/>
                    <a:pt x="1341291" y="4438"/>
                  </a:cubicBezTo>
                  <a:cubicBezTo>
                    <a:pt x="1344132" y="7279"/>
                    <a:pt x="1345729" y="11133"/>
                    <a:pt x="1345729" y="15152"/>
                  </a:cubicBezTo>
                  <a:lnTo>
                    <a:pt x="1345729" y="797648"/>
                  </a:lnTo>
                  <a:cubicBezTo>
                    <a:pt x="1345729" y="801667"/>
                    <a:pt x="1344132" y="805521"/>
                    <a:pt x="1341291" y="808362"/>
                  </a:cubicBezTo>
                  <a:cubicBezTo>
                    <a:pt x="1338449" y="811204"/>
                    <a:pt x="1334595" y="812800"/>
                    <a:pt x="1330577" y="812800"/>
                  </a:cubicBezTo>
                  <a:lnTo>
                    <a:pt x="15152" y="812800"/>
                  </a:lnTo>
                  <a:cubicBezTo>
                    <a:pt x="11133" y="812800"/>
                    <a:pt x="7279" y="811204"/>
                    <a:pt x="4438" y="808362"/>
                  </a:cubicBezTo>
                  <a:cubicBezTo>
                    <a:pt x="1596" y="805521"/>
                    <a:pt x="0" y="801667"/>
                    <a:pt x="0" y="797648"/>
                  </a:cubicBezTo>
                  <a:lnTo>
                    <a:pt x="0" y="15152"/>
                  </a:lnTo>
                  <a:cubicBezTo>
                    <a:pt x="0" y="11133"/>
                    <a:pt x="1596" y="7279"/>
                    <a:pt x="4438" y="4438"/>
                  </a:cubicBezTo>
                  <a:cubicBezTo>
                    <a:pt x="7279" y="1596"/>
                    <a:pt x="11133" y="0"/>
                    <a:pt x="15152" y="0"/>
                  </a:cubicBezTo>
                  <a:close/>
                </a:path>
              </a:pathLst>
            </a:custGeom>
            <a:blipFill>
              <a:blip r:embed="rId3"/>
              <a:stretch>
                <a:fillRect l="-19224" t="0" r="-1922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310483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Purpose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75063"/>
            <a:ext cx="800744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raditional security tools are often heavy, cloud-dependent, and complex for developers. SecBerg was built to provide a lightweight, localized "Command Center" for proactive auditing.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1726" y="394681"/>
            <a:ext cx="17464549" cy="1820551"/>
            <a:chOff x="0" y="0"/>
            <a:chExt cx="23286065" cy="242740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2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1" b="-2"/>
                </a:stretch>
              </a:blipFill>
            </p:spPr>
          </p:sp>
        </p:grpSp>
      </p:grpSp>
      <p:sp>
        <p:nvSpPr>
          <p:cNvPr name="TextBox 14" id="14"/>
          <p:cNvSpPr txBox="true"/>
          <p:nvPr/>
        </p:nvSpPr>
        <p:spPr>
          <a:xfrm rot="0">
            <a:off x="1028700" y="5407623"/>
            <a:ext cx="80074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rimary goal is Privacy-First Intelligence, allowing developers to identify misconfigurations long before code touches production servers.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324188"/>
            <a:ext cx="800744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SecBerg?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4050287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4020" y="678230"/>
            <a:ext cx="3170863" cy="1233916"/>
            <a:chOff x="0" y="0"/>
            <a:chExt cx="4227817" cy="16452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7830" cy="1645285"/>
            </a:xfrm>
            <a:custGeom>
              <a:avLst/>
              <a:gdLst/>
              <a:ahLst/>
              <a:cxnLst/>
              <a:rect r="r" b="b" t="t" l="l"/>
              <a:pathLst>
                <a:path h="1645285" w="4227830">
                  <a:moveTo>
                    <a:pt x="0" y="0"/>
                  </a:moveTo>
                  <a:lnTo>
                    <a:pt x="4227830" y="0"/>
                  </a:lnTo>
                  <a:lnTo>
                    <a:pt x="4227830" y="1645285"/>
                  </a:lnTo>
                  <a:lnTo>
                    <a:pt x="0" y="1645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98397" y="384913"/>
            <a:ext cx="1841249" cy="1820551"/>
            <a:chOff x="0" y="0"/>
            <a:chExt cx="2454999" cy="24274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5037" cy="2427351"/>
            </a:xfrm>
            <a:custGeom>
              <a:avLst/>
              <a:gdLst/>
              <a:ahLst/>
              <a:cxnLst/>
              <a:rect r="r" b="b" t="t" l="l"/>
              <a:pathLst>
                <a:path h="2427351" w="2455037">
                  <a:moveTo>
                    <a:pt x="0" y="0"/>
                  </a:moveTo>
                  <a:lnTo>
                    <a:pt x="2455037" y="0"/>
                  </a:lnTo>
                  <a:lnTo>
                    <a:pt x="2455037" y="2427351"/>
                  </a:lnTo>
                  <a:lnTo>
                    <a:pt x="0" y="2427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4651963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4" y="0"/>
                </a:lnTo>
                <a:lnTo>
                  <a:pt x="469354" y="555912"/>
                </a:lnTo>
                <a:lnTo>
                  <a:pt x="0" y="55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54695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</a:t>
            </a:r>
          </a:p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85683" y="4604338"/>
            <a:ext cx="69905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Vu</a:t>
            </a: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lnerability Scanning: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Automate the auditing of critical HTTP security headers (HSTS, CSP, X-Frame) against OWASP benchmarks.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6508512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4" y="0"/>
                </a:lnTo>
                <a:lnTo>
                  <a:pt x="469354" y="555913"/>
                </a:lnTo>
                <a:lnTo>
                  <a:pt x="0" y="555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85683" y="6460887"/>
            <a:ext cx="69905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Loca</a:t>
            </a: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 Network Mapping: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Provide safe, localized port and service enumeration to find exposed daemons on private assets.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236608" y="4651963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5" y="0"/>
                </a:lnTo>
                <a:lnTo>
                  <a:pt x="469355" y="555912"/>
                </a:lnTo>
                <a:lnTo>
                  <a:pt x="0" y="55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93592" y="4604338"/>
            <a:ext cx="69905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eal-Time Monitoring: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Stream SSH auth logs to spot burst-attack patterns and brute-force campaigns in real-time.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236608" y="6508512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5" y="0"/>
                </a:lnTo>
                <a:lnTo>
                  <a:pt x="469355" y="555913"/>
                </a:lnTo>
                <a:lnTo>
                  <a:pt x="0" y="555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893592" y="6460887"/>
            <a:ext cx="699054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Crypto An</a:t>
            </a:r>
            <a:r>
              <a:rPr lang="en-US" b="true" sz="2099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alysis: 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Mathematically evaluate string randomness and entropy to detect leaked API keys or weak secrets.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4904740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3706618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5"/>
                </a:lnTo>
                <a:lnTo>
                  <a:pt x="0" y="239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14772"/>
            <a:ext cx="690668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Development Steps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6162128"/>
            <a:ext cx="2271712" cy="1282802"/>
            <a:chOff x="0" y="0"/>
            <a:chExt cx="3028950" cy="17104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302895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40732"/>
              <a:ext cx="3028950" cy="1169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Architecture Design &amp; Security Pattern Research.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470483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82740" y="470483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20942" y="470483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58763" y="4704839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11726" y="379895"/>
            <a:ext cx="17464549" cy="1820551"/>
            <a:chOff x="0" y="0"/>
            <a:chExt cx="23286065" cy="2427402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2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1" b="-2"/>
                </a:stretch>
              </a:blipFill>
            </p:spPr>
          </p:sp>
        </p:grpSp>
      </p:grpSp>
      <p:sp>
        <p:nvSpPr>
          <p:cNvPr name="Freeform 20" id="20"/>
          <p:cNvSpPr/>
          <p:nvPr/>
        </p:nvSpPr>
        <p:spPr>
          <a:xfrm flipH="false" flipV="false" rot="0">
            <a:off x="4155720" y="4714364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3"/>
                </a:lnTo>
                <a:lnTo>
                  <a:pt x="0" y="38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155720" y="6162128"/>
            <a:ext cx="2271712" cy="1282802"/>
            <a:chOff x="0" y="0"/>
            <a:chExt cx="3028950" cy="171040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28575"/>
              <a:ext cx="302895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2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540732"/>
              <a:ext cx="3028950" cy="1169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Python/FastAPI Backend &amp; Scraper Engine Building.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82740" y="6162128"/>
            <a:ext cx="2271712" cy="1282802"/>
            <a:chOff x="0" y="0"/>
            <a:chExt cx="3028950" cy="1710402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28575"/>
              <a:ext cx="302895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540732"/>
              <a:ext cx="3028950" cy="1169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React UI Design with Tailwind &amp; Dark-Mode Logic.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20942" y="6162128"/>
            <a:ext cx="2271712" cy="1282802"/>
            <a:chOff x="0" y="0"/>
            <a:chExt cx="3028950" cy="171040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28575"/>
              <a:ext cx="302895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4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540732"/>
              <a:ext cx="3028950" cy="1169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Full-Stack API Integration &amp; Telemetry Sync.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958763" y="6162128"/>
            <a:ext cx="2271712" cy="1282802"/>
            <a:chOff x="0" y="0"/>
            <a:chExt cx="3028950" cy="1710402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28575"/>
              <a:ext cx="302895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Phase 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40732"/>
              <a:ext cx="3028950" cy="1169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GitHub Pushing &amp; Vercel/Render Deployment.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2700188"/>
            <a:ext cx="4162399" cy="3124852"/>
            <a:chOff x="0" y="0"/>
            <a:chExt cx="8916670" cy="6694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 l="0" t="-17410" r="0" b="-1741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28700" y="6275250"/>
            <a:ext cx="4162399" cy="3124852"/>
            <a:chOff x="0" y="0"/>
            <a:chExt cx="8916670" cy="6694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5575" y="155575"/>
              <a:ext cx="8605520" cy="6382893"/>
            </a:xfrm>
            <a:custGeom>
              <a:avLst/>
              <a:gdLst/>
              <a:ahLst/>
              <a:cxnLst/>
              <a:rect r="r" b="b" t="t" l="l"/>
              <a:pathLst>
                <a:path h="6382893" w="8605520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 l="-5629" t="0" r="-5629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8903970" cy="6681343"/>
            </a:xfrm>
            <a:custGeom>
              <a:avLst/>
              <a:gdLst/>
              <a:ahLst/>
              <a:cxnLst/>
              <a:rect r="r" b="b" t="t" l="l"/>
              <a:pathLst>
                <a:path h="6681343" w="8903970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456423" y="2700188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55907" y="4717664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Github Link: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51860" y="5459280"/>
            <a:ext cx="80074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7" tooltip="https://github.com/ANKITVAGHELA990/SecBerg-toolkit"/>
              </a:rPr>
              <a:t>https://github.com/ANKITVAGHELA990/SecBerg-toolkit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1726" y="429427"/>
            <a:ext cx="17464549" cy="1820551"/>
            <a:chOff x="0" y="0"/>
            <a:chExt cx="23286065" cy="242740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2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1" b="-2"/>
                </a:stretch>
              </a:blipFill>
            </p:spPr>
          </p:sp>
        </p:grpSp>
      </p:grpSp>
      <p:sp>
        <p:nvSpPr>
          <p:cNvPr name="TextBox 17" id="17"/>
          <p:cNvSpPr txBox="true"/>
          <p:nvPr/>
        </p:nvSpPr>
        <p:spPr>
          <a:xfrm rot="0">
            <a:off x="10055907" y="7331613"/>
            <a:ext cx="7203393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Website Link: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51860" y="8073229"/>
            <a:ext cx="800744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0" tooltip="https://secberg-toolkit.vercel.ap"/>
              </a:rPr>
              <a:t>https://secberg-toolkit.vercel.ap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1726" y="463873"/>
            <a:ext cx="17464549" cy="1820551"/>
            <a:chOff x="0" y="0"/>
            <a:chExt cx="23286065" cy="242740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2"/>
                </a:stretch>
              </a:blip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1" b="-2"/>
                </a:stretch>
              </a:blipFill>
            </p:spPr>
          </p:sp>
        </p:grpSp>
      </p:grpSp>
      <p:graphicFrame>
        <p:nvGraphicFramePr>
          <p:cNvPr name="Object 8" id="8"/>
          <p:cNvGraphicFramePr/>
          <p:nvPr/>
        </p:nvGraphicFramePr>
        <p:xfrm>
          <a:off x="720213" y="2673186"/>
          <a:ext cx="7586157" cy="4274588"/>
        </p:xfrm>
        <a:graphic>
          <a:graphicData uri="http://schemas.openxmlformats.org/presentationml/2006/ole">
            <p:oleObj imgW="9105900" imgH="5791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AutoShape 9" id="9"/>
          <p:cNvSpPr/>
          <p:nvPr/>
        </p:nvSpPr>
        <p:spPr>
          <a:xfrm>
            <a:off x="-432733" y="89630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432733" y="949166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4050287" y="-14097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4020" y="678230"/>
            <a:ext cx="3170863" cy="1233916"/>
            <a:chOff x="0" y="0"/>
            <a:chExt cx="4227817" cy="16452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7830" cy="1645285"/>
            </a:xfrm>
            <a:custGeom>
              <a:avLst/>
              <a:gdLst/>
              <a:ahLst/>
              <a:cxnLst/>
              <a:rect r="r" b="b" t="t" l="l"/>
              <a:pathLst>
                <a:path h="1645285" w="4227830">
                  <a:moveTo>
                    <a:pt x="0" y="0"/>
                  </a:moveTo>
                  <a:lnTo>
                    <a:pt x="4227830" y="0"/>
                  </a:lnTo>
                  <a:lnTo>
                    <a:pt x="4227830" y="1645285"/>
                  </a:lnTo>
                  <a:lnTo>
                    <a:pt x="0" y="1645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98397" y="384913"/>
            <a:ext cx="1841249" cy="1820551"/>
            <a:chOff x="0" y="0"/>
            <a:chExt cx="2454999" cy="24274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5037" cy="2427351"/>
            </a:xfrm>
            <a:custGeom>
              <a:avLst/>
              <a:gdLst/>
              <a:ahLst/>
              <a:cxnLst/>
              <a:rect r="r" b="b" t="t" l="l"/>
              <a:pathLst>
                <a:path h="2427351" w="2455037">
                  <a:moveTo>
                    <a:pt x="0" y="0"/>
                  </a:moveTo>
                  <a:lnTo>
                    <a:pt x="2455037" y="0"/>
                  </a:lnTo>
                  <a:lnTo>
                    <a:pt x="2455037" y="2427351"/>
                  </a:lnTo>
                  <a:lnTo>
                    <a:pt x="0" y="2427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16284" y="5487824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5" y="0"/>
                </a:lnTo>
                <a:lnTo>
                  <a:pt x="469355" y="555912"/>
                </a:lnTo>
                <a:lnTo>
                  <a:pt x="0" y="55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26188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</a:t>
            </a:r>
          </a:p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Hurdels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73268" y="5440199"/>
            <a:ext cx="699054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Encountered 404 errors o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Vercel deployment due to the new TanStack Start full-stack architecture. Resolved by migrating from static rewrites to a native Nitro serverless configuration.</a:t>
            </a:r>
          </a:p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24193" y="5487824"/>
            <a:ext cx="469354" cy="555913"/>
          </a:xfrm>
          <a:custGeom>
            <a:avLst/>
            <a:gdLst/>
            <a:ahLst/>
            <a:cxnLst/>
            <a:rect r="r" b="b" t="t" l="l"/>
            <a:pathLst>
              <a:path h="555913" w="469354">
                <a:moveTo>
                  <a:pt x="0" y="0"/>
                </a:moveTo>
                <a:lnTo>
                  <a:pt x="469354" y="0"/>
                </a:lnTo>
                <a:lnTo>
                  <a:pt x="469354" y="555912"/>
                </a:lnTo>
                <a:lnTo>
                  <a:pt x="0" y="55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81176" y="5440199"/>
            <a:ext cx="6990540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aintaining visual consistency across deeply nested charts and input components in dark mode was challenging. Implemented dynamic stroke coloring to ensure perfect contrast.</a:t>
            </a:r>
          </a:p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48984" y="2176435"/>
            <a:ext cx="3802877" cy="1486579"/>
          </a:xfrm>
          <a:custGeom>
            <a:avLst/>
            <a:gdLst/>
            <a:ahLst/>
            <a:cxnLst/>
            <a:rect r="r" b="b" t="t" l="l"/>
            <a:pathLst>
              <a:path h="1486579" w="3802877">
                <a:moveTo>
                  <a:pt x="0" y="0"/>
                </a:moveTo>
                <a:lnTo>
                  <a:pt x="3802876" y="0"/>
                </a:lnTo>
                <a:lnTo>
                  <a:pt x="3802876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71685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</a:t>
            </a:r>
          </a:p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5268" y="5810417"/>
            <a:ext cx="12436780" cy="117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5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program and project have bridged the gap between defensive theory and real-world implementation, proving that AI-assisted full-stack development is the future of cybersecurity engineering.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1726" y="355883"/>
            <a:ext cx="17464549" cy="1820551"/>
            <a:chOff x="0" y="0"/>
            <a:chExt cx="23286065" cy="242740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248881"/>
              <a:ext cx="4227817" cy="1645221"/>
              <a:chOff x="0" y="0"/>
              <a:chExt cx="4227817" cy="16452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227830" cy="1645285"/>
              </a:xfrm>
              <a:custGeom>
                <a:avLst/>
                <a:gdLst/>
                <a:ahLst/>
                <a:cxnLst/>
                <a:rect r="r" b="b" t="t" l="l"/>
                <a:pathLst>
                  <a:path h="1645285" w="4227830">
                    <a:moveTo>
                      <a:pt x="0" y="0"/>
                    </a:moveTo>
                    <a:lnTo>
                      <a:pt x="4227830" y="0"/>
                    </a:lnTo>
                    <a:lnTo>
                      <a:pt x="4227830" y="1645285"/>
                    </a:lnTo>
                    <a:lnTo>
                      <a:pt x="0" y="16452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2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0831066" y="0"/>
              <a:ext cx="2454999" cy="2427402"/>
              <a:chOff x="0" y="0"/>
              <a:chExt cx="2454999" cy="24274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55037" cy="2427351"/>
              </a:xfrm>
              <a:custGeom>
                <a:avLst/>
                <a:gdLst/>
                <a:ahLst/>
                <a:cxnLst/>
                <a:rect r="r" b="b" t="t" l="l"/>
                <a:pathLst>
                  <a:path h="2427351" w="2455037">
                    <a:moveTo>
                      <a:pt x="0" y="0"/>
                    </a:moveTo>
                    <a:lnTo>
                      <a:pt x="2455037" y="0"/>
                    </a:lnTo>
                    <a:lnTo>
                      <a:pt x="2455037" y="2427351"/>
                    </a:lnTo>
                    <a:lnTo>
                      <a:pt x="0" y="24273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1" b="-2"/>
                </a:stretch>
              </a:blip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028700" y="4581358"/>
            <a:ext cx="1501132" cy="753295"/>
          </a:xfrm>
          <a:custGeom>
            <a:avLst/>
            <a:gdLst/>
            <a:ahLst/>
            <a:cxnLst/>
            <a:rect r="r" b="b" t="t" l="l"/>
            <a:pathLst>
              <a:path h="753295" w="1501132">
                <a:moveTo>
                  <a:pt x="0" y="0"/>
                </a:moveTo>
                <a:lnTo>
                  <a:pt x="1501132" y="0"/>
                </a:lnTo>
                <a:lnTo>
                  <a:pt x="1501132" y="753295"/>
                </a:lnTo>
                <a:lnTo>
                  <a:pt x="0" y="753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35268" y="4686133"/>
            <a:ext cx="12436780" cy="117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5"/>
              </a:lnSpc>
            </a:pPr>
            <a:r>
              <a:rPr lang="en-US" sz="22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"Security is not a final destination, but a continuous journey of intelligence. SecBerg simplifies this journey for developers." </a:t>
            </a:r>
          </a:p>
          <a:p>
            <a:pPr algn="just">
              <a:lnSpc>
                <a:spcPts val="311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135862"/>
            <a:ext cx="755673" cy="539963"/>
          </a:xfrm>
          <a:custGeom>
            <a:avLst/>
            <a:gdLst/>
            <a:ahLst/>
            <a:cxnLst/>
            <a:rect r="r" b="b" t="t" l="l"/>
            <a:pathLst>
              <a:path h="539963" w="755673">
                <a:moveTo>
                  <a:pt x="0" y="0"/>
                </a:moveTo>
                <a:lnTo>
                  <a:pt x="755673" y="0"/>
                </a:lnTo>
                <a:lnTo>
                  <a:pt x="755673" y="539963"/>
                </a:lnTo>
                <a:lnTo>
                  <a:pt x="0" y="5399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143500"/>
            <a:ext cx="755673" cy="644383"/>
          </a:xfrm>
          <a:custGeom>
            <a:avLst/>
            <a:gdLst/>
            <a:ahLst/>
            <a:cxnLst/>
            <a:rect r="r" b="b" t="t" l="l"/>
            <a:pathLst>
              <a:path h="644383" w="755673">
                <a:moveTo>
                  <a:pt x="0" y="0"/>
                </a:moveTo>
                <a:lnTo>
                  <a:pt x="755673" y="0"/>
                </a:lnTo>
                <a:lnTo>
                  <a:pt x="755673" y="644383"/>
                </a:lnTo>
                <a:lnTo>
                  <a:pt x="0" y="644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254608"/>
            <a:ext cx="755673" cy="755673"/>
          </a:xfrm>
          <a:custGeom>
            <a:avLst/>
            <a:gdLst/>
            <a:ahLst/>
            <a:cxnLst/>
            <a:rect r="r" b="b" t="t" l="l"/>
            <a:pathLst>
              <a:path h="755673" w="755673">
                <a:moveTo>
                  <a:pt x="0" y="0"/>
                </a:moveTo>
                <a:lnTo>
                  <a:pt x="755673" y="0"/>
                </a:lnTo>
                <a:lnTo>
                  <a:pt x="755673" y="755674"/>
                </a:lnTo>
                <a:lnTo>
                  <a:pt x="0" y="7556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7203393" cy="71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8"/>
              </a:lnSpc>
            </a:pPr>
            <a:r>
              <a:rPr lang="en-US" sz="6408" spc="-50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03474" y="4225186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53021" y="4199150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ankitvaghela990@gmail.com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695788"/>
            <a:ext cx="791797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SECBERG: MI</a:t>
            </a:r>
            <a:r>
              <a:rPr lang="en-US" b="true" sz="2000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NIMALISM IN SECURITY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3474" y="5276746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LinkedIn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53021" y="5250711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www.linkedin.com/in/ankitvaghela09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3474" y="6451788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Portfolio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53021" y="6425752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8" tooltip="https://secberg-toolkit.vercel.app"/>
              </a:rPr>
              <a:t>www.linkedin.com/in/ankitvaghela09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DAHN1UnNm9o</dc:identifier>
  <dcterms:modified xsi:type="dcterms:W3CDTF">2011-08-01T06:04:30Z</dcterms:modified>
  <cp:revision>1</cp:revision>
  <dc:title>Copy of Project PPT Format.pptx</dc:title>
</cp:coreProperties>
</file>